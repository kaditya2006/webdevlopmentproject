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56FA-D1CD-6616-00A5-9A0A5EE40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BC4DA-D4E0-5611-BA4B-91D1FAAF4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0DD46-86A0-6ADC-E059-494ADD5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F22F6-11CA-E795-363C-A785C909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FC735-28C6-7F4A-AD4E-2B8F889D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9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982C-1B20-8B06-D980-1D1CB379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2EA31-B147-1121-EDA3-F74A6D0E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DB6C4-7D67-BA36-1E20-5AE7664F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3A185-1A06-E9DC-2D11-5EA1DDA0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EC96-072E-30EF-1702-E374435F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16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66CC-EBAE-0427-9556-1C948944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553B1-1D6E-C05D-ACB8-E0BED2EEC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84C8A-7471-91FF-778C-9E670C03F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BA0A9-469A-A0F9-3168-884E0888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3C384-4AAA-24DB-5A0D-58F22D12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ACDC-15E9-FD70-2F2A-0FCF2F39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21A1-4DDE-7989-C774-D5D82BBAF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7FDB5-0653-37E8-AEF6-901D9A346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F0284-B4EE-401C-5A8A-7D5142EC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2768D-83D4-C7C5-BD37-75DD8EFB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EC854-F305-5DDB-3833-2800845F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92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8F96-2A6F-F81A-6D7C-37B6BECE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96449-E096-BCF4-B5FE-402059091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4AB75-7DA0-31A2-356B-9535B5BF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0443C-A731-D7C1-9A79-87079A228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1773D-182E-1F2C-2854-A4BFC9186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24639-ADB9-865D-1ADC-D1396D5E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0D7DD-81EE-5E3F-A139-01B95C30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1EDD9-7956-B333-AC77-3E85ABAC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27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31C3-A5F8-2205-2CBC-D3BB2253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21C89-D505-C104-D4F8-E44367ED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51D23-7B2A-E8D1-ABD0-0AB566E6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22C6B-8114-A0F3-ACFA-BD30262A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75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3989C-BEE6-6652-BC80-F6C4CB8E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26491-805E-F309-9E9C-015ADEF2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62A04-AE03-8C94-8117-F30E60E5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4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02A2-4DA3-0EC7-4179-A19C62A7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E428-E7BF-C5F5-8F50-50B1C5195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CF52-0666-51E4-63F5-20CCACF03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C3D31-E1A2-4C4B-8D28-EE49A799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5217B-DDD9-B84C-DB87-C3DF8073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6D7ED-BE27-868E-F30D-7E687376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1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840D-931B-9913-F1D1-71B18884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2B2E9-B67F-3039-FAF4-160F93322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9AD97-21CF-7F83-7D17-9D6E6913A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30296-DBC6-F5E9-08CC-DC1E8B0A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0FE98-EDFB-0E89-2E7F-0948DAE0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DAAD1-7624-7C21-AA32-2B21B9D8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7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5D1B-7285-6E15-698D-A5E8AC52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111C1-9762-04A1-778E-BB58494AF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B61BC-206E-D47C-A37A-9CE9A140B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7951B-8C80-B291-61EB-5F8F10418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4A54-273C-0439-9221-FBD0B6C9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86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F27C1-9C5A-686E-389F-8ADAC5D7B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9D9F1-398A-7A91-2C6C-7F42730FA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D116A-12CD-83DB-358C-BC556B81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99B0A-97CA-2577-CC17-C67D751F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C563-09D3-2E43-3832-1609BFEA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3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534D0-B966-DEA5-DE2E-7A7508AB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BBDE8-7930-1EC0-3AFC-1FC0973D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718A-8281-5170-F21B-E1EABA03F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6CB69-F0DC-433A-997A-B6261BCA6A8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DC8E5-B3E3-FF5A-43D5-0393149D2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5EF3-26B4-3419-AD6D-A9A99E18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87839-B20E-4CD9-BFC9-080067B52B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37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4D336C-0522-20E5-7A98-A9A6245F1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563" y="2583479"/>
            <a:ext cx="1437967" cy="1437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BF7DF4-263A-CE86-CF0C-68B1EB1F822E}"/>
              </a:ext>
            </a:extLst>
          </p:cNvPr>
          <p:cNvSpPr txBox="1"/>
          <p:nvPr/>
        </p:nvSpPr>
        <p:spPr>
          <a:xfrm>
            <a:off x="1617405" y="4154057"/>
            <a:ext cx="8957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pc="6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GIET , </a:t>
            </a:r>
            <a:r>
              <a:rPr lang="en-IN" spc="600" dirty="0" err="1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Baniatangi</a:t>
            </a:r>
            <a:endParaRPr lang="en-IN" spc="300" dirty="0">
              <a:solidFill>
                <a:schemeClr val="tx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B2F11-7D00-584C-086A-4E4664E3556E}"/>
              </a:ext>
            </a:extLst>
          </p:cNvPr>
          <p:cNvSpPr txBox="1"/>
          <p:nvPr/>
        </p:nvSpPr>
        <p:spPr>
          <a:xfrm>
            <a:off x="3022190" y="4637915"/>
            <a:ext cx="614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spc="600" dirty="0"/>
              <a:t>Accredited by NAAC with ‘A’ Grade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3A0DB-B88D-A98E-1567-53F728F7B540}"/>
              </a:ext>
            </a:extLst>
          </p:cNvPr>
          <p:cNvSpPr txBox="1"/>
          <p:nvPr/>
        </p:nvSpPr>
        <p:spPr>
          <a:xfrm>
            <a:off x="3628104" y="1617359"/>
            <a:ext cx="563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Topic name : ---- topic name provided by club---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EBA90-5CC9-FB2A-1BB6-2301EBF9B0DB}"/>
              </a:ext>
            </a:extLst>
          </p:cNvPr>
          <p:cNvSpPr txBox="1"/>
          <p:nvPr/>
        </p:nvSpPr>
        <p:spPr>
          <a:xfrm>
            <a:off x="4513007" y="2031077"/>
            <a:ext cx="433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: --- your name 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9940A2-0767-B858-AD9C-589B23915B46}"/>
              </a:ext>
            </a:extLst>
          </p:cNvPr>
          <p:cNvSpPr txBox="1"/>
          <p:nvPr/>
        </p:nvSpPr>
        <p:spPr>
          <a:xfrm>
            <a:off x="1229032" y="6342699"/>
            <a:ext cx="973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spc="600" dirty="0"/>
              <a:t>----Your elite club ppt’s First slide should be like this---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04FF2-A451-C670-BA95-E9E8390136B0}"/>
              </a:ext>
            </a:extLst>
          </p:cNvPr>
          <p:cNvSpPr txBox="1"/>
          <p:nvPr/>
        </p:nvSpPr>
        <p:spPr>
          <a:xfrm>
            <a:off x="4591665" y="5236299"/>
            <a:ext cx="4041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Regd</a:t>
            </a:r>
            <a:r>
              <a:rPr lang="en-IN" dirty="0"/>
              <a:t> no :  -- your </a:t>
            </a:r>
            <a:r>
              <a:rPr lang="en-IN" dirty="0" err="1"/>
              <a:t>regd</a:t>
            </a:r>
            <a:r>
              <a:rPr lang="en-IN" dirty="0"/>
              <a:t> no –</a:t>
            </a:r>
          </a:p>
          <a:p>
            <a:r>
              <a:rPr lang="en-IN" dirty="0"/>
              <a:t>Branch :  ----- </a:t>
            </a:r>
            <a:r>
              <a:rPr lang="en-IN" dirty="0" err="1"/>
              <a:t>ur</a:t>
            </a:r>
            <a:r>
              <a:rPr lang="en-IN" dirty="0"/>
              <a:t> branch ----</a:t>
            </a:r>
          </a:p>
          <a:p>
            <a:r>
              <a:rPr lang="en-IN" dirty="0"/>
              <a:t>Organised by : ---- ELITE CLUB ----</a:t>
            </a:r>
          </a:p>
        </p:txBody>
      </p:sp>
      <p:pic>
        <p:nvPicPr>
          <p:cNvPr id="1026" name="Picture 2" descr="National Board of Accreditation - Wikipedia">
            <a:extLst>
              <a:ext uri="{FF2B5EF4-FFF2-40B4-BE49-F238E27FC236}">
                <a16:creationId xmlns:a16="http://schemas.microsoft.com/office/drawing/2014/main" id="{A94EC718-F2F2-26C3-CCBB-60932BD5D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2177" y="97792"/>
            <a:ext cx="1098244" cy="86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7EC198-BC4B-C276-9399-DB0DE8E2F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787" y="42618"/>
            <a:ext cx="1396180" cy="9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3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Jayshree Jena</dc:creator>
  <cp:lastModifiedBy>Jayshree Jena</cp:lastModifiedBy>
  <cp:revision>2</cp:revision>
  <dcterms:created xsi:type="dcterms:W3CDTF">2025-08-05T05:10:16Z</dcterms:created>
  <dcterms:modified xsi:type="dcterms:W3CDTF">2025-08-05T05:53:41Z</dcterms:modified>
</cp:coreProperties>
</file>